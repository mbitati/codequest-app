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B. Losange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D. O(n²)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B. javac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1 — Algorithmes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Processus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des algorithmes et comprendre le pipeline de compilation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LO1 — P1, P2, M1, D1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Ecole Schulz — BTEC HND Unit 1 Programming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[Photo]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Qu'est-ce qu'un algorithme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Definition, exemples, proprietes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 d'un algorithme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algorithme = suite finie d'instructions non ambigues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Entree (donnees) → Traitement (etapes) → Sortie (resultat)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 : recette de cuisine, GPS, distributeur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Proprietes : fini, precis, deterministe, general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[Schema entree → processus → sortie]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Representations d'un algorithme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Langage naturel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 en francais — simple mais ambigu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Pseudo-code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Notation structuree : SI...ALORS...SINON...FIN SI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(organigramme)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Symboles standard : ovale, rectangle, losange, parallelogramme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source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Java, Python, C# — implementation executable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[Symboles flowchart]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 symbole represente une DECISION dans un flowchart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Rectangle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Losange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Ovale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Parallelogramme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algorithme classique de tri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Sort — Le principe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les elements deux a deux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gauche &gt; droite → echanger (swap)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Repeter jusqu'a plus d'echange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 : [5,3,8,1,2]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 1 : [3,5,1,2,8]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 2 : [3,1,2,5,8]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 3 : [1,2,3,5,8] — Trie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[Animation Bubble Sort]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Sort —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bubbleSort(int[] arr)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arr.length;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 - 1; i++)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n - i - 1; j++)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(arr[j] &gt; arr[j + 1])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int temp = arr[j];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arr[j] = arr[j + 1];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 + 1] = temp;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 : O(n²) — deux boucles imbriquees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 du Bubble Sort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O(1)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O(n)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O(n log 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O(n²)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code a l'execution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Compilateur, interpreteur, JVM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Java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Code source (.java)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fichier que vous ecrivez dans Eclipse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Compilateur (javac)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Traduit .java en bytecode (.class)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JVM (Java Virtual Machine)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le bytecode sur n'importe quel OS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Once, Run Anywhere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[.java → javac → .class → JVM]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Compilateur vs Interpreteur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COMPILATEUR (Java, C, C++)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Traduit TOUT avant execution — plus rapide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INTERPRETEUR (Python, JS)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Traduit LIGNE PAR LIGNE — plus flexible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PRE-PROCESSEUR (C/C++)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 #include, #define avant compilation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LINKER (C/C++)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Relie fichiers objets + bibliotheques → executable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Java, quel outil compile .java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JVM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javac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Eclipse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JDK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retenir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Algorithme = suite finie d'instructions non ambigues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: ovale, rectangle, losange, parallelogramme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Sort : comparer 2 a 2, O(n²)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: .java → javac → .class → JVM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Compilateur (tout avant) vs Interpreteur (ligne par ligne)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</a:rPr>
              <a:t>Ouvrez CodeQuest et testez 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 — Algorithmes &amp; Processus</dc:title>
  <dc:subject>PptxGenJS Presentation</dc:subject>
  <dc:creator>Mme MBI — Ecole Schulz</dc:creator>
  <cp:lastModifiedBy>Mme MBI — Ecole Schulz</cp:lastModifiedBy>
  <cp:revision>1</cp:revision>
  <dcterms:created xsi:type="dcterms:W3CDTF">2026-04-17T10:30:48Z</dcterms:created>
  <dcterms:modified xsi:type="dcterms:W3CDTF">2026-04-17T10:30:48Z</dcterms:modified>
</cp:coreProperties>
</file>