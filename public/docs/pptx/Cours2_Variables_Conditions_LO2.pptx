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C. final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ET logique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2 — Variables,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&amp; Conditions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de donnees, constantes, variables, if/else, switch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LO2 — P3, M2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de donnees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int, double, boolean, String, char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types primitifs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— nombres entiers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age = 25;  int score = -10;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— nombres decimaux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prix = 19.99;  double pi = 3.14159;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 — vrai ou faux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 estMajeur = true;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 — un seul caractere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 initiale = 'J';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— chaine de caracteres (objet, pas primitif)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nom = "Alice";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[Tableau types + tailles memoire]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vs Constantes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= boite qui peut changer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 compteur = 0;  compteur = compteur + 1;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 (final) = boite scellee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double TVA = 0.077;  // ne change JAMAIS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 : MAJUSCULES pour les constantes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int MAX_ELEVES = 30;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String ECOLE = "Schulz";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[Boite ouverte vs boite scellee]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Declarations et Scanner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System.out.print("Votre nom : 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nom = sc.nextLine();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System.out.print("Votre age : 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age = sc.nextInt();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System.out.println("Bonjour " + nom + ", " + age + " ans");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permet de lire l'entree clavier — nextLine(), nextInt(), nextDouble()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 mot-cle rend une variable constante en Java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const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static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final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immutable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if, else, else if, switch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else / else 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(condition) { ... }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le bloc SI la condition est vraie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{ ... }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le bloc SINON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if (autre) { ... }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Plusieurs conditions enchainées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Operateurs : ==, !=, &lt;, &gt;, &lt;=, &gt;=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Logiques : &amp;&amp; (ET), || (OU), ! (NON)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[Flowchart if/else]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: Distributeur automatique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prix = 3;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piece = 5;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(piece &lt; prix)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System.out.println("Pas assez !");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(piece == prix)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System.out.println("Merci, exact !");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rendu = piece - prix;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System.out.println("Rendu : " + rendu + " CHF");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piece=5, prix=3 → affiche 'Rendu : 2 CHF'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— choix multiples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jour = "lundi";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(jour)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"lundi": case "mardi": case "mercredi":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"jeudi": case "vendredi":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System.out.println("Jour ouvrable");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"samedi": case "dimanche":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System.out.println("Weekend !");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System.out.println("Jour invalide");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N'oubliez pas le break ! Sans lui, l'execution 'tombe' dans le case suivant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fait &amp;&amp; en Java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OU logique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ET logique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NON logique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Egal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types : int, double, boolean, char, String + final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: lire clavier (nextLine, nextInt, nextDouble)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if/else if/else : conditions avec ==, !=, &lt;, &gt;, &amp;&amp;, ||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: choix multiples avec break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Constantes en MAJUSCULES (final)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2 — Variables, Types &amp; Conditions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