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Reponse : C. do-while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Reponse : C. ArrayList a une taille dynamique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2E0C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2E0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 3 — Boucles &amp;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32E0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Structures de donnees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for, while, arrays, ArrayList, stacks, queues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3657600"/>
            <a:ext cx="2560320" cy="411480"/>
          </a:xfrm>
          <a:prstGeom prst="roundRect">
            <a:avLst>
              <a:gd name="adj" fmla="val 22222"/>
            </a:avLst>
          </a:prstGeom>
          <a:solidFill>
            <a:srgbClr val="0D737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6576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LO2 — P3, M2, D2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46634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Ecole Schulz — BTEC HND Unit 1 Programming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943600" y="914400"/>
            <a:ext cx="2743200" cy="274320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0" y="20116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[Photo]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73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2286000" y="91440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boucles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286000" y="18288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2DF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for, while, do-while, break, continue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2E0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Boucle for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41148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b="1" dirty="0">
                <a:solidFill>
                  <a:srgbClr val="32E0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(init; condition; increment) { ... }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Quand on connait le nombre de repetitions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Exemple : afficher 1 a 10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(int i = 1; i &lt;= 10; i++) { print(i); }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Boucle for-each (tableaux)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(String nom : noms) { print(nom); }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303520" y="1005840"/>
            <a:ext cx="3474720" cy="3200400"/>
          </a:xfrm>
          <a:prstGeom prst="roundRect">
            <a:avLst>
              <a:gd name="adj" fmla="val 2857"/>
            </a:avLst>
          </a:prstGeom>
          <a:solidFill>
            <a:srgbClr val="111827"/>
          </a:solidFill>
          <a:ln w="635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0" y="22860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[Animation boucle for]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2E0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while et do-while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772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b="1" dirty="0">
                <a:solidFill>
                  <a:srgbClr val="32E0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while (condition) { ... }</a:t>
            </a:r>
            <a:endParaRPr lang="en-US" sz="1400" dirty="0"/>
          </a:p>
          <a:p>
            <a:pPr lvl="1" marL="6858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Repete TANT QUE la condition est vraie</a:t>
            </a:r>
            <a:endParaRPr lang="en-US" sz="1400" dirty="0"/>
          </a:p>
          <a:p>
            <a:pPr lvl="1" marL="6858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 ne sait pas combien de fois a l'avance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 { ... } while (condition);</a:t>
            </a:r>
            <a:endParaRPr lang="en-US" sz="1400" dirty="0"/>
          </a:p>
          <a:p>
            <a:pPr lvl="1" marL="6858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Execute AU MOINS UNE FOIS puis verifie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break = sortir de la boucle immediatement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continue = passer a l'iteration suivante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Exemples de boucles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8046720" cy="2926080"/>
          </a:xfrm>
          <a:prstGeom prst="roundRect">
            <a:avLst>
              <a:gd name="adj" fmla="val 3125"/>
            </a:avLst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005840"/>
            <a:ext cx="74980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for : compter de 1 a 5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i = 1; i &lt;= 5; i++) {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System.out.println("Tour " + i);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while : deviner un nombre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secret = 7, essai = 0;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(essai != secret) {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System.out.print("Devinez : ");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essai = sc.nextInt();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System.out.println("Bravo !");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40233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= nombre connu, while = condition, do-while = au moins 1 fois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QUIZ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Quelle boucle execute le code AU MOINS une fois 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1828800"/>
            <a:ext cx="7315200" cy="548640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8288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A. for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2560320"/>
            <a:ext cx="7315200" cy="548640"/>
          </a:xfrm>
          <a:prstGeom prst="roundRect">
            <a:avLst>
              <a:gd name="adj" fmla="val 16667"/>
            </a:avLst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5603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B. while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3291840"/>
            <a:ext cx="7315200" cy="54864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329184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C. do-while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14400" y="4023360"/>
            <a:ext cx="7315200" cy="548640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402336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D. for-each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73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2286000" y="91440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Structures de donnees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286000" y="18288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2DF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Arrays, ArrayList, Stack, Queue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2E0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Tableaux (Arrays)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41148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b="1" dirty="0">
                <a:solidFill>
                  <a:srgbClr val="32E0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Taille FIXE, declare a la creation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int[] notes = new int[5];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int[] ages = {25, 30, 22, 28};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 par index (commence a 0)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notes[0] = 18;  // premier element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 dernier = notes[notes.length - 1];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Limitation : on ne peut PAS changer la taille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303520" y="1005840"/>
            <a:ext cx="3474720" cy="3200400"/>
          </a:xfrm>
          <a:prstGeom prst="roundRect">
            <a:avLst>
              <a:gd name="adj" fmla="val 2857"/>
            </a:avLst>
          </a:prstGeom>
          <a:solidFill>
            <a:srgbClr val="111827"/>
          </a:solidFill>
          <a:ln w="635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0" y="22860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[Cases numerotees 0-4]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2E0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ArrayList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41148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b="1" dirty="0">
                <a:solidFill>
                  <a:srgbClr val="32E0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Taille DYNAMIQUE — grandit automatiquement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ArrayList&lt;String&gt; noms = new ArrayList&lt;&gt;();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noms.add("Alice");  noms.add("Bob");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Methodes utiles :</a:t>
            </a:r>
            <a:endParaRPr lang="en-US" sz="1400" dirty="0"/>
          </a:p>
          <a:p>
            <a:pPr lvl="1" marL="6858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add(), get(i), set(i, val), remove(i), size()</a:t>
            </a:r>
            <a:endParaRPr lang="en-US" sz="1400" dirty="0"/>
          </a:p>
          <a:p>
            <a:pPr lvl="1" marL="6858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contains(), indexOf(), clear(), isEmpty()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import java.util.ArrayList; obligatoire !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303520" y="1005840"/>
            <a:ext cx="3474720" cy="3200400"/>
          </a:xfrm>
          <a:prstGeom prst="roundRect">
            <a:avLst>
              <a:gd name="adj" fmla="val 2857"/>
            </a:avLst>
          </a:prstGeom>
          <a:solidFill>
            <a:srgbClr val="111827"/>
          </a:solidFill>
          <a:ln w="635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0" y="22860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[ArrayList vs Array]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2E0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Stack et Queue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41148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b="1" dirty="0">
                <a:solidFill>
                  <a:srgbClr val="32E0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Stack (Pile) — LIFO</a:t>
            </a:r>
            <a:endParaRPr lang="en-US" sz="1400" dirty="0"/>
          </a:p>
          <a:p>
            <a:pPr lvl="1" marL="6858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Last In, First Out — comme une pile d'assiettes</a:t>
            </a:r>
            <a:endParaRPr lang="en-US" sz="1400" dirty="0"/>
          </a:p>
          <a:p>
            <a:pPr lvl="1" marL="6858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push() pour ajouter, pop() pour retirer le dernier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Queue (File) — FIFO</a:t>
            </a:r>
            <a:endParaRPr lang="en-US" sz="1400" dirty="0"/>
          </a:p>
          <a:p>
            <a:pPr lvl="1" marL="6858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First In, First Out — comme une file d'attente</a:t>
            </a:r>
            <a:endParaRPr lang="en-US" sz="1400" dirty="0"/>
          </a:p>
          <a:p>
            <a:pPr lvl="1" marL="6858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add() pour ajouter, poll() pour retirer le premier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Scope = portee d'une variable</a:t>
            </a:r>
            <a:endParaRPr lang="en-US" sz="1400" dirty="0"/>
          </a:p>
          <a:p>
            <a:pPr lvl="1" marL="6858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Une variable declaree dans un bloc {} n'existe que dans ce bloc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303520" y="1005840"/>
            <a:ext cx="3474720" cy="3200400"/>
          </a:xfrm>
          <a:prstGeom prst="roundRect">
            <a:avLst>
              <a:gd name="adj" fmla="val 2857"/>
            </a:avLst>
          </a:prstGeom>
          <a:solidFill>
            <a:srgbClr val="111827"/>
          </a:solidFill>
          <a:ln w="635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0" y="22860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[Pile d'assiettes / File d'attente]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QUIZ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ArrayList vs Array : quelle est la difference principale 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1828800"/>
            <a:ext cx="7315200" cy="548640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8288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A. ArrayList est plus rapide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2560320"/>
            <a:ext cx="7315200" cy="548640"/>
          </a:xfrm>
          <a:prstGeom prst="roundRect">
            <a:avLst>
              <a:gd name="adj" fmla="val 16667"/>
            </a:avLst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5603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B. Array peut grandir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3291840"/>
            <a:ext cx="7315200" cy="54864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329184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C. ArrayList a une taille dynamique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14400" y="4023360"/>
            <a:ext cx="7315200" cy="548640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402336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D. Aucune difference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73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retenir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(connu), while (condition), do-while (1 fois minimum)</a:t>
            </a:r>
            <a:endParaRPr lang="en-US" sz="15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break = sortir, continue = passer</a:t>
            </a:r>
            <a:endParaRPr lang="en-US" sz="15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Array = taille fixe, ArrayList = taille dynamique</a:t>
            </a:r>
            <a:endParaRPr lang="en-US" sz="15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Stack = LIFO (pile), Queue = FIFO (file)</a:t>
            </a:r>
            <a:endParaRPr lang="en-US" sz="15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Scope = portee des variables dans les blocs {}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2DFDB"/>
                </a:solidFill>
              </a:rPr>
              <a:t>Ouvrez CodeQuest et testez !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 3 — Boucles &amp; Structures</dc:title>
  <dc:subject>PptxGenJS Presentation</dc:subject>
  <dc:creator>Mme MBI — Ecole Schulz</dc:creator>
  <cp:lastModifiedBy>Mme MBI — Ecole Schulz</cp:lastModifiedBy>
  <cp:revision>1</cp:revision>
  <dcterms:created xsi:type="dcterms:W3CDTF">2026-04-17T10:30:48Z</dcterms:created>
  <dcterms:modified xsi:type="dcterms:W3CDTF">2026-04-17T10:30:48Z</dcterms:modified>
</cp:coreProperties>
</file>