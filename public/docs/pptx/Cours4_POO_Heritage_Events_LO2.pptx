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Reponse : B. Heriter d'une classe parente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 4 — POO Avancee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Heritage &amp; Events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Classes, constructeurs, heritage, polymorphisme, event-driven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LO2 — P3, M2, D2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Ecole Schulz — BTEC HND Unit 1 Programming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[Photo]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et Objets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Encapsulation, constructeur, getter/setter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 = plan, Objet = instance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classe definit les attributs et methodes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Voiture { String marque; int vitesse; }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objet est une instance de la classe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Voiture v = new Voiture();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 : attributs PRIVATE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String marque;  // pas accessible directement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Getters/Setters : acces controle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String getMarque() { return marque; 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[Schema classe → objet]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 complete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Article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prix;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Article(String nom, double prix)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 = nom;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(prix &lt; 0) throw new IllegalArgumentException("Prix negatif !");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this.prix = prix;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getNom() { return nom;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getPrix() { return prix;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nom + " : " + prix + " CHF";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Constructeur + validation + getter + toString()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Heritage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extends, super, protected, polymorphisme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Heritage — extends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Enfant extends Parent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L'enfant herite de tous les attributs et methodes du parent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super() — appeler le constructeur parent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Toujours en premiere ligne du constructeur enfant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— visible par les enfants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= classe seule, protected = classe + enfants, public = tous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@Override — redefinir une methode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L'enfant peut changer le comportement d'une methode heritee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[Diagramme UML heritage]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Heritage en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292608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String nom;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Animal(String nom) { this.nom = nom;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parler() { return "...";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Chien extends Animal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race;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Chien(String nom, String race)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super(nom);  // appelle Animal(nom)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this.race = race;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parler() { return "Woof !"; 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Chien herite de Animal, redefinit parler() — c'est le POLYMORPHISME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2860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Programmation evenementielle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ActionListener, events, callbacks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programming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32E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programme attend des EVENEMENTS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Clic, touche clavier, survol souris, timer...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Composants Swing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JButton, JTextField, JLabel, JPanel, JFrame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ActionListener — reagir aux clics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bouton.addActionListener(e -&gt; { action(); });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Difference avec le procedural :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Procedural = le code decide de l'ordre</a:t>
            </a:r>
            <a:endParaRPr lang="en-US" sz="1400" dirty="0"/>
          </a:p>
          <a:p>
            <a:pPr lvl="1" marL="6858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= l'utilisateur decide en cliquant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0058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[Schema : utilisateur → evenement → handler → action]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signifie extends en Java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Implementer une interface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Heriter d'une classe parente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Creer un objet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Importer une bibliotheque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retenir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 = plan (private + getters/setters + constructeur)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Heritage : class Enfant extends Parent + super()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Polymorphisme : @Override pour redefinir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= visible par les enfants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: ActionListener + addActionListener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paradigmes : procedural, OOP, event-driven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</a:rPr>
              <a:t>Ouvrez CodeQuest et testez 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4 — POO Avancee</dc:title>
  <dc:subject>PptxGenJS Presentation</dc:subject>
  <dc:creator>Mme MBI — Ecole Schulz</dc:creator>
  <cp:lastModifiedBy>Mme MBI — Ecole Schulz</cp:lastModifiedBy>
  <cp:revision>1</cp:revision>
  <dcterms:created xsi:type="dcterms:W3CDTF">2026-04-17T10:30:48Z</dcterms:created>
  <dcterms:modified xsi:type="dcterms:W3CDTF">2026-04-17T10:30:48Z</dcterms:modified>
</cp:coreProperties>
</file>