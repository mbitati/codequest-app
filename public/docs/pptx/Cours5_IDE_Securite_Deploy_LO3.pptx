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B. Tout integre : edition + compilation + debug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 5 — IDE, Securite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Deploiement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Composants Eclipse, securite du code, build JAR, Git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LO3 — P4, M3, D3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Ecole Schulz — BTEC HND Unit 1 Programming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[Photo]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L'IDE : Eclipse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Composants, fonctionnalites, avantages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Composants d'un 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Editeur de code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Coloration syntaxique, auto-completion, refactoring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Compilateur integre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automatiquement a chaque sauvegarde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Debugger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Breakpoints, step, watch, variables panel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 / Terminal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Affiche la sortie du programme + erreurs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Gestionnaire de projets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Explorer — organiser les fichiers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[Screenshot Eclipse avec labels]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 vs Editeur de texte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Editeurs simples (Notepad++, Sublime, VS Code)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Leger, rapide, mais pas de compilateur integre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faut compiler manuellement (javac en terminal)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 complet (Eclipse, IntelliJ, NetBeans)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Lourd mais tout-en-un : edition + compilation + debug + deploy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Auto-completion intelligente, refactoring, Git integre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l'examen BTEC : expliquer les AVANTAGES de l'IDE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Securite du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Validation, try-catch, null safety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Securite — les bases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des entrees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Verifier TOUT ce qui vient de l'utilisateur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(prix &lt; 0) throw new IllegalArgumentException();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try-catch — gestion des erreurs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{ code risque } catch (Exception e) { gerer erreur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NullPointerException — l'erreur #1 en Java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(objet != null) { objet.methode();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 : ne JAMAIS faire confiance aux donnees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try-catch en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setAge(int age)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(age &lt; 0 || age &gt; 150)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IllegalArgumentException(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"Age invalide : " + age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this.age = age;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 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personne.setAge(-5);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(IllegalArgumentException e)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System.out.println("Erreur : " + e.getMessage());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Toujours valider + toujours catch les erreurs possibles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&amp; Deploy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Compilation, JAR, deploiement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et deploiement Java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Compiler : javac Main.java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 Main.class (bytecode)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Executer : java Main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JVM execute le bytecode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Packager : JAR (Java ARchive)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jar cf MonApp.jar *.class — un seul fichier distribuable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Deployer : envoyer le JAR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-jar MonApp.jar — fonctionne sur tout OS avec JVM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[Pipeline : .java → .class → .jar → distribution]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 est l'avantage principal d'un IDE par rapport a un editeur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Plus joli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Tout integre : edition + compilation + debug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Plus rapide a demarrer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Gratuit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retenir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 = editeur + compilateur + debugger + console + projet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Securite : valider les entrees, try-catch, null check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: javac → java → jar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JAR = fichier distribuable, fonctionne partout avec JVM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Eclipse : Package Explorer, Console, Debug Perspective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DB"/>
                </a:solidFill>
              </a:rPr>
              <a:t>Ouvrez CodeQuest et testez 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5 — IDE, Securite &amp; Deploy</dc:title>
  <dc:subject>PptxGenJS Presentation</dc:subject>
  <dc:creator>Mme MBI — Ecole Schulz</dc:creator>
  <cp:lastModifiedBy>Mme MBI — Ecole Schulz</cp:lastModifiedBy>
  <cp:revision>1</cp:revision>
  <dcterms:created xsi:type="dcterms:W3CDTF">2026-04-17T10:30:48Z</dcterms:created>
  <dcterms:modified xsi:type="dcterms:W3CDTF">2026-04-17T10:30:48Z</dcterms:modified>
</cp:coreProperties>
</file>