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F6 (Step Over)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C. PascalCase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6 — Debugging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Standards de codage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Breakpoints, watch, tracing, conventions, Javadoc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LO4 — P5, P6, M4, D4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processus de debugging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Pourquoi, comment, les outils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— les outils Eclipse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Breakpoint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Double-clic dans la marge gauche — le programme s'arrete a cette ligne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Over (F6)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la ligne courante, passe a la suivante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Into (F5)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DANS la methode appelee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Return (F7)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de la methode actuelle, retourne a l'appelant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(F8)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jusqu'au prochain breakpoint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[Screenshot Eclipse Debug Perspective]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et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Panel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toutes les variables et leurs valeurs en temps reel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Expression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Clic-droit → Watch : surveiller une expression specifique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Tracing (trace d'execution)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l'ordre d'execution ligne par ligne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Stack Trace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une erreur survient → lire le stack trace de BAS en HAUT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premiere ligne du stack trace = l'endroit exact de l'erreur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structuree de problemes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Reproduire le bug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Trouver les etapes exactes pour le reproduire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Isoler la cause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Utiliser les breakpoints pour cerner la zone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Formuler une hypothese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'Je pense que le bug est dans la boucle for'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Tester la correction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Modifier, recompiler, re-tester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Verifier les effets de bord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correction n'a-t-elle pas casse autre chose 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 raccourci Eclipse execute la ligne courante SANS entrer dans la methode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F5 (Step Into)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F6 (Step Over)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F7 (Step Return)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F8 (Resume)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de codage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Conventions Java, Javadoc, bonnes pratiques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Conventions de nommage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camelCase — variables et methodes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monAge = 25;  void calculerTotal() {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PascalCase — classes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MaVoiture { }  class GestionClients {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SCREAMING_CASE — constantes (final)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int MAX_ESSAIS = 3;  final double TVA = 0.077;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Noms descriptifs !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x = 5; → MAUVAIS | int nombreEleves = 5; → BON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[Tableau conventions]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Javadoc et bonnes pratiques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Javadoc : commentaires de documentation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/** Description. @param nom Description @return Description */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Indentation coherente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espaces ou 1 tab — toujours le meme dans tout le projet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code mort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Supprimer les lignes commentees, les variables inutiles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DRY — Don't Repeat Yourself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vous copiez-collez du code, creez une methode !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les standards en equipe ?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lisible par TOUS, maintenance facile, moins de bugs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Javadoc — Exemple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Represente un article dans le magasin TechShop.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@author VotreNom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@version 1.0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Article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/**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Cree un nouvel article.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@param nom Le nom de l'article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@param prix Le prix en CHF (doit etre &gt; 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@throws IllegalArgumentException si le prix est negatif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Article(String nom, double prix)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...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Javadoc genere automatiquement la documentation 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Quelle convention pour les noms de CLASSES en Java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camelCase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SCREAMING_CASE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PascalCase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snake_case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Breakpoints, Step Over/Into/Return, Watch, Resume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Lire le stack trace de BAS en HAUT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etapes : reproduire, isoler, hypothese, corriger, verifier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camelCase (variables), PascalCase (classes), SCREAMING_CASE (final)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Javadoc : @param, @return, @author, @version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en equipe : lisibilite + maintenance + moins de bugs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6 — Debugging &amp; Standards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